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Human-AI collaboration at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250,000 real conversations, studied without reading anyone's 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collaboration was measured across 891 clusters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counts as high stakes: reversibility, visibility, and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bring consequential work to AI, led by legal and financial advice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Prompts start vague, then tighten as the stakes 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rework AI output, and scrutinise it more under pressure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Agency is a scale, not a switch: from AI alone to human in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Human-led work dominates, but control is a personal choice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is already a teacher in two of three conversations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is offered everywhere. Understanding is not built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 of collaboration hits friction, rarely from one side alone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Recovery works when users add evidence, not just new wording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means for builders, users, and policymakers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are not handing work over. They are learning to work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Human-AI collaboration at scale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